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731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 Sentiment Analyzer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04038" y="2901315"/>
            <a:ext cx="4535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Emotion Detection on Wearables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11378" y="3526155"/>
            <a:ext cx="332124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Health &amp; Wellness Intelligence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AI sentiment analysis with smartwatch biometrics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emotional states through voice, text, and health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real-time mental health insights and recommendations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mood patterns and emotional wellbeing over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proactive health alerts and interventions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1295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49881"/>
            <a:ext cx="7924800" cy="1295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373881"/>
            <a:ext cx="7924800" cy="1295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Deep Learning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GPT for text sentiment and emotion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546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Sensors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6271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ECG, heart rate, skin temp, sleep data from wearable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6786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Processing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51511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and cloud computing for instant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CNN, RNN for nuanced emotion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Analysis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Text, voice, biometric data fusion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Detection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Joy, anger, stress, frustration identification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Aspect-Based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Identifies specific triggers for emotional changes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 from smartwatch microphone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messages and note entries on wearable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 variability (HRV) and ECG readings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quality and stress level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patterns and activity levels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sentiment classification with 95%+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trend analysis with visual dashboards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wellness recommendations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detection and coping strategy suggestions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health apps and wellness platforms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 detection of depression, anxiety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Employee stress and burnout monitoring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 emotional state tracking for holistic care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&amp; Recovery: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Emotion-based sleep quality improvement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pipeline: Data Collection → AI Processing → User Insights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91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Layer: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Smartwatch data collection and preprocessing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Layer: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models for sentiment/emotion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Mobile app and cloud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computational power on wearable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consumption and continuous monitoring balance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data security for sensitive health information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with diverse user populations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Compliance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and GDPR compliance for health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encryption for sensitive information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consent and data sharing controls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data aggregation for research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MVP with voice sentiment + HR data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Multi-modal analysis with text and biometrics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Personalized AI coaching and intervention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Healthcare provider integration and clinical validation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healthcare reducing medical costs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wellness programs with measurable ROI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revenue stream in mental health technology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 in wearables market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wearables market growing at 12% CAGR through 2030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tech adoption accelerating post-2020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wellness spending increasing 20% annually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providers investing in AI diagnostics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2049782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827023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2025-12-10T21:41:27Z</dcterms:created>
  <dcterms:modified xsi:type="dcterms:W3CDTF">2025-12-10T21:41:27Z</dcterms:modified>
</cp:coreProperties>
</file>